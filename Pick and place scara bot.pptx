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slide" Target="slides/slide4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69E16-94B8-C289-4EC7-1B0554EBE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55100-C660-C90A-C655-E14F98E58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72CE3-3EFB-113C-5FD8-13F35F51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218B3-7249-F843-477F-65A8F3A0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72B74-0280-F821-849E-A58C0F48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05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3034-4AAF-47D6-C827-701880AE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78443-73FD-8BD1-42F6-864F76699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26432-ED54-BA41-FC80-3F36FD3A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DB795-95A2-B25F-BA73-6BD5E098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69328-15E8-1168-C1B2-C97FFD21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81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8B3C-8F59-4BE5-5AE7-5D6164D36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62B87-FCB8-6678-9DB7-9DED1E2E3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F8993-16A9-E6C7-ACFA-024BFE05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56C9B-A18E-A904-A885-8BB8EC67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87843-BD24-E4C5-F924-24F0FE0D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138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B28A-B0B7-8B30-5D9E-2A4EC176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884FE-FFA1-95E1-03E7-D88DC7D6D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913AA-19E0-4B6C-43A9-A42018B22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B3F45-1650-CFD5-95E3-4C25C20A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0850F-4F86-38A4-3E0A-51259EEA0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035E9-7ED8-1DD4-5866-34F010B8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84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B2E1-F74D-F05B-B627-F0D9ED8E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07ACA-28E0-7214-D1AB-1CFB9E1EB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CAC58-D3ED-519F-CDDF-2E665E793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9BDF3-22EE-BD6D-74DD-79D7062BA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EE71A-5B9B-91CD-BFAA-EDC52789A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E94E7-5E4A-9B50-6BC6-6CBD959E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CAA7C7-C7AB-10CF-1DAA-D4616E76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D64E26-1D96-0BFB-B4EF-F01642E8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56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B788-E34D-E685-99E9-A7491FA1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B6042-6B2A-4C4A-23B4-98D15099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56CD1-34E3-9BD2-98B8-DEB911CC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9326B-0840-74E4-8A74-D5745442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96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70A0D-63F4-FCED-2405-7FBDBEEE2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9442B-FAB2-D267-57D8-A56AE62F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620E2-2D11-F4E4-191B-0FAE2D40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15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23D0-D5AA-6CF7-5AD7-9F4B2A1F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91822-3556-D07C-B5EE-5A71D590B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A5522-1E1E-BB4B-621F-0CD735690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60C36-345C-70B3-DF73-0257C6A7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7B3A2-1F67-FE7B-04DE-001F0AA4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813EF-D21D-956A-0E7E-299D1A05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52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3ED3-8CF9-31EB-DCEC-DE3492B76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238E92-1253-AC5B-ACF8-434884AEB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64EDD-B5EC-7921-9644-52B76A158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7D4BD-21EE-F118-99C9-F9B1B7A4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F4C76-3FD2-BD43-ABDF-4B703DB0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E97B1-1C81-39AF-253D-592A7C36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5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B5472-BDBE-8515-BD60-DB7AA961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71EB6-BAD2-0DF6-5432-84A433FA4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B081C-D9E9-C15B-CD20-456905AB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1C03D-C7E7-1E63-4123-29AA7B36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7C1A6-6A34-59CB-5B21-4AA251B9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33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17EDAE-1C3E-34C2-E9F8-A613E949C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31C38-D87D-8B08-4E71-2D8A277B0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BE7A7-89E8-F212-1709-20B79ACB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2EB1A-7175-C112-1D1A-B6E3304A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C2D2F-56B6-ABE1-A121-014025459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36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3C431-D4C6-411D-9C40-21DB68DE9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35637-717D-31B5-748F-3542A39AA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6573D-0027-505E-FC63-B28DA93FC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25FB2-69B1-47F9-8B11-F2B13C6A6CA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35A08-231E-0A26-EF2C-C092D2F31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142BB-10ED-6000-C4D6-A4DB38EA4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3D125B-07AE-448A-A357-FA1702A89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68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 /><Relationship Id="rId3" Type="http://schemas.openxmlformats.org/officeDocument/2006/relationships/image" Target="../media/image2.jpeg" /><Relationship Id="rId7" Type="http://schemas.openxmlformats.org/officeDocument/2006/relationships/image" Target="../media/image6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5" Type="http://schemas.openxmlformats.org/officeDocument/2006/relationships/image" Target="../media/image4.jpeg" /><Relationship Id="rId10" Type="http://schemas.openxmlformats.org/officeDocument/2006/relationships/image" Target="../media/image9.jpeg" /><Relationship Id="rId4" Type="http://schemas.openxmlformats.org/officeDocument/2006/relationships/image" Target="../media/image3.jpeg" /><Relationship Id="rId9" Type="http://schemas.openxmlformats.org/officeDocument/2006/relationships/image" Target="../media/image8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7" Type="http://schemas.openxmlformats.org/officeDocument/2006/relationships/image" Target="../media/image21.jpe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82280-9B46-94B7-8AE0-05E1DE652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138" y="0"/>
            <a:ext cx="9144000" cy="519624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 and Place SCARA Robot</a:t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17226-011A-A887-2A84-3F0EB957A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065" y="787260"/>
            <a:ext cx="6314514" cy="43387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7E54E8-E4BE-A4DA-F8B3-4DCCC661CE13}"/>
              </a:ext>
            </a:extLst>
          </p:cNvPr>
          <p:cNvSpPr txBox="1"/>
          <p:nvPr/>
        </p:nvSpPr>
        <p:spPr>
          <a:xfrm>
            <a:off x="91440" y="38579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Identification (</a:t>
            </a:r>
            <a:r>
              <a:rPr lang="ja-JP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もんだいていき</a:t>
            </a:r>
            <a:r>
              <a:rPr lang="en-US" altLang="ja-JP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9509A2-0CF5-D29B-95C3-89FCDEAB7FB0}"/>
              </a:ext>
            </a:extLst>
          </p:cNvPr>
          <p:cNvSpPr txBox="1"/>
          <p:nvPr/>
        </p:nvSpPr>
        <p:spPr>
          <a:xfrm>
            <a:off x="0" y="327462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ja-JP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Objectives(</a:t>
            </a:r>
            <a:r>
              <a:rPr lang="ja-JP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もくてき</a:t>
            </a:r>
            <a:r>
              <a:rPr lang="en-US" altLang="ja-JP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altLang="ja-JP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D599A97-0DB3-5879-198E-711AE55E1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2" y="785903"/>
            <a:ext cx="1409986" cy="9526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8A207F-7C1F-E6A0-717C-7007B42FE6A0}"/>
              </a:ext>
            </a:extLst>
          </p:cNvPr>
          <p:cNvSpPr txBox="1"/>
          <p:nvPr/>
        </p:nvSpPr>
        <p:spPr>
          <a:xfrm>
            <a:off x="102389" y="1628206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Operating Speed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533B3F-6076-3CCE-FE66-E94B8F0833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576" y="752870"/>
            <a:ext cx="1343833" cy="96294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A2AC583-6F0E-9AD1-3498-802BF278A2A3}"/>
              </a:ext>
            </a:extLst>
          </p:cNvPr>
          <p:cNvSpPr txBox="1"/>
          <p:nvPr/>
        </p:nvSpPr>
        <p:spPr>
          <a:xfrm>
            <a:off x="2648172" y="1668672"/>
            <a:ext cx="327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Mechanical Design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D4767D-207E-5027-6C43-326E6A2C0BA9}"/>
              </a:ext>
            </a:extLst>
          </p:cNvPr>
          <p:cNvSpPr txBox="1"/>
          <p:nvPr/>
        </p:nvSpPr>
        <p:spPr>
          <a:xfrm>
            <a:off x="-8111" y="3006328"/>
            <a:ext cx="3793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ower Positioning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976D120-52F5-9B32-7883-1F41B868DE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0" y="2062026"/>
            <a:ext cx="1517401" cy="103774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6C63D2C-38BF-023C-D011-E4BCB9892B1A}"/>
              </a:ext>
            </a:extLst>
          </p:cNvPr>
          <p:cNvSpPr txBox="1"/>
          <p:nvPr/>
        </p:nvSpPr>
        <p:spPr>
          <a:xfrm>
            <a:off x="3528427" y="3114970"/>
            <a:ext cx="1626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B4FB8D0-ED9A-7C4D-DB3F-6974E9C53F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979" y="1978490"/>
            <a:ext cx="1517401" cy="108136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879C789-E74C-C304-019A-066DC7A49B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36" y="3595697"/>
            <a:ext cx="2066626" cy="121897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A0C85EA-7F80-41CE-A651-37460A05C743}"/>
              </a:ext>
            </a:extLst>
          </p:cNvPr>
          <p:cNvSpPr txBox="1"/>
          <p:nvPr/>
        </p:nvSpPr>
        <p:spPr>
          <a:xfrm>
            <a:off x="80842" y="4706746"/>
            <a:ext cx="2406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Operating Speed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BC98E09-4626-D4DD-EA44-C7903AA9A5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170" y="3455078"/>
            <a:ext cx="1276646" cy="135959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191FF02-2A11-E07E-F0E2-8C85AC7CABC0}"/>
              </a:ext>
            </a:extLst>
          </p:cNvPr>
          <p:cNvSpPr txBox="1"/>
          <p:nvPr/>
        </p:nvSpPr>
        <p:spPr>
          <a:xfrm>
            <a:off x="2496689" y="4693371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Design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217B72E-C822-1595-1302-545D3582B4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02" y="5076078"/>
            <a:ext cx="1409986" cy="142083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DD3F6F7-9975-DD88-C74D-2A450BB70118}"/>
              </a:ext>
            </a:extLst>
          </p:cNvPr>
          <p:cNvSpPr txBox="1"/>
          <p:nvPr/>
        </p:nvSpPr>
        <p:spPr>
          <a:xfrm>
            <a:off x="102389" y="6428674"/>
            <a:ext cx="3012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Positioning Accuracy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5EE71F6-57BE-874C-D0AF-B6C9133105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937" y="5062355"/>
            <a:ext cx="1818089" cy="122835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9C286E8-9835-F911-738C-935F5C0B95A0}"/>
              </a:ext>
            </a:extLst>
          </p:cNvPr>
          <p:cNvSpPr txBox="1"/>
          <p:nvPr/>
        </p:nvSpPr>
        <p:spPr>
          <a:xfrm>
            <a:off x="3266979" y="6362043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DD74DD-F85D-389B-5774-8C3C5726AFEB}"/>
              </a:ext>
            </a:extLst>
          </p:cNvPr>
          <p:cNvSpPr txBox="1"/>
          <p:nvPr/>
        </p:nvSpPr>
        <p:spPr>
          <a:xfrm>
            <a:off x="5378138" y="331304"/>
            <a:ext cx="6126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u="sng" dirty="0">
                <a:latin typeface="Times New Roman"/>
                <a:cs typeface="Times New Roman"/>
              </a:rPr>
              <a:t>Prototype </a:t>
            </a:r>
            <a:r>
              <a:rPr lang="en-US" altLang="ja-JP" sz="2200" b="1" u="sng" dirty="0">
                <a:latin typeface="Times New Roman"/>
                <a:cs typeface="Times New Roman"/>
              </a:rPr>
              <a:t>image</a:t>
            </a:r>
            <a:r>
              <a:rPr lang="en-US" altLang="ja-JP" sz="2000" b="1" u="sng" dirty="0">
                <a:latin typeface="Times New Roman"/>
                <a:cs typeface="Times New Roman"/>
              </a:rPr>
              <a:t>(</a:t>
            </a:r>
            <a:r>
              <a:rPr lang="en-IN" sz="2000" u="sng" dirty="0" err="1"/>
              <a:t>しさくき</a:t>
            </a:r>
            <a:r>
              <a:rPr lang="en-IN" sz="2000" u="sng" dirty="0"/>
              <a:t> の </a:t>
            </a:r>
            <a:r>
              <a:rPr lang="en-IN" sz="2000" u="sng" dirty="0" err="1"/>
              <a:t>がぞう</a:t>
            </a:r>
            <a:r>
              <a:rPr lang="en-IN" sz="2000" u="sng" dirty="0"/>
              <a:t>)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FE7B4-68FA-CD3A-C7A5-61976A819D32}"/>
              </a:ext>
            </a:extLst>
          </p:cNvPr>
          <p:cNvSpPr txBox="1"/>
          <p:nvPr/>
        </p:nvSpPr>
        <p:spPr>
          <a:xfrm>
            <a:off x="10308808" y="5934670"/>
            <a:ext cx="52372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ja-JP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K.Indhu</a:t>
            </a:r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University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C6AD0-84C0-231B-53C1-5108C29054CD}"/>
              </a:ext>
            </a:extLst>
          </p:cNvPr>
          <p:cNvSpPr txBox="1"/>
          <p:nvPr/>
        </p:nvSpPr>
        <p:spPr>
          <a:xfrm>
            <a:off x="5480356" y="5139379"/>
            <a:ext cx="61324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/>
                <a:cs typeface="Times New Roman"/>
              </a:rPr>
              <a:t>My Role in the Project</a:t>
            </a:r>
          </a:p>
          <a:p>
            <a:r>
              <a:rPr lang="en-US" altLang="ja-JP" sz="2000" b="1" u="sng" dirty="0"/>
              <a:t>(</a:t>
            </a:r>
            <a:r>
              <a:rPr lang="ja-JP" altLang="en-US" sz="2000" b="1" u="sng" dirty="0"/>
              <a:t>プロジェクト における わたし の やくわり</a:t>
            </a:r>
            <a:r>
              <a:rPr lang="en-US" altLang="ja-JP" sz="2000" u="sng" dirty="0"/>
              <a:t>)</a:t>
            </a:r>
            <a:endParaRPr lang="en-IN" sz="2000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30F00-D259-77A9-0433-F4F8A9ACFA99}"/>
              </a:ext>
            </a:extLst>
          </p:cNvPr>
          <p:cNvSpPr txBox="1"/>
          <p:nvPr/>
        </p:nvSpPr>
        <p:spPr>
          <a:xfrm>
            <a:off x="5595672" y="5761878"/>
            <a:ext cx="31101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-&gt;Arduino Programming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-&gt;Motor Driver Interfacing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-&gt;Electronic Circuit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04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16837-D0F0-E206-F55E-F581F8C9163D}"/>
              </a:ext>
            </a:extLst>
          </p:cNvPr>
          <p:cNvSpPr txBox="1"/>
          <p:nvPr/>
        </p:nvSpPr>
        <p:spPr>
          <a:xfrm>
            <a:off x="77028" y="12344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(</a:t>
            </a:r>
            <a:r>
              <a:rPr lang="en-IN" sz="1800" b="1" u="sng" dirty="0" err="1"/>
              <a:t>システムアーキテクチャ</a:t>
            </a:r>
            <a:r>
              <a:rPr lang="en-IN" sz="1800" b="1" u="sng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C9EF5-1AE2-3E37-1091-8A75DA29A21A}"/>
              </a:ext>
            </a:extLst>
          </p:cNvPr>
          <p:cNvSpPr txBox="1"/>
          <p:nvPr/>
        </p:nvSpPr>
        <p:spPr>
          <a:xfrm>
            <a:off x="7173567" y="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Mechanism: (</a:t>
            </a:r>
            <a:r>
              <a:rPr lang="en-IN" sz="1800" u="sng" dirty="0" err="1"/>
              <a:t>どうさげんり</a:t>
            </a: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A5BF6-EE6B-4ACB-DFC7-5E5B0E45B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761" y="369332"/>
            <a:ext cx="4914495" cy="64886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075CF7-A78F-E1B2-7D4D-A95EE98B2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3" y="529027"/>
            <a:ext cx="6894468" cy="612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9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8DA977-5DF5-4A90-ECB6-87AC046928D4}"/>
              </a:ext>
            </a:extLst>
          </p:cNvPr>
          <p:cNvSpPr txBox="1"/>
          <p:nvPr/>
        </p:nvSpPr>
        <p:spPr>
          <a:xfrm>
            <a:off x="7310858" y="67376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1800" b="1" u="sng" dirty="0"/>
              <a:t>(</a:t>
            </a:r>
            <a:r>
              <a:rPr lang="ja-JP" altLang="en-US" sz="1800" b="1" u="sng" dirty="0">
                <a:latin typeface="Times New Roman"/>
                <a:cs typeface="Times New Roman"/>
              </a:rPr>
              <a:t>プロジェクト</a:t>
            </a:r>
            <a:r>
              <a:rPr lang="ja-JP" altLang="en-US" sz="1800" b="1" u="sng" dirty="0"/>
              <a:t>のけっか</a:t>
            </a:r>
            <a:r>
              <a:rPr lang="ja-JP" altLang="en-US" sz="1600" b="1" u="sng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542E4-801A-563C-718E-74FB58B7F2C7}"/>
              </a:ext>
            </a:extLst>
          </p:cNvPr>
          <p:cNvSpPr txBox="1"/>
          <p:nvPr/>
        </p:nvSpPr>
        <p:spPr>
          <a:xfrm>
            <a:off x="-1656" y="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IN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r>
              <a:rPr lang="en-IN" sz="18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(</a:t>
            </a:r>
            <a:r>
              <a:rPr lang="en-IN" sz="1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しようぎじゅつ</a:t>
            </a: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kumimoji="0" lang="en-IN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D85FB-E42D-32B1-3127-9FD9EEE81C14}"/>
              </a:ext>
            </a:extLst>
          </p:cNvPr>
          <p:cNvSpPr txBox="1"/>
          <p:nvPr/>
        </p:nvSpPr>
        <p:spPr>
          <a:xfrm>
            <a:off x="0" y="315800"/>
            <a:ext cx="714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98362B-9FA2-EFF5-DBD0-311C103BE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94" y="712838"/>
            <a:ext cx="5650729" cy="37660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D84415-AE98-CD6A-A37A-27CC32665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37" y="4876032"/>
            <a:ext cx="4913644" cy="19819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F75EB9-DE02-E984-3E9A-4A9A0C2F2937}"/>
              </a:ext>
            </a:extLst>
          </p:cNvPr>
          <p:cNvSpPr txBox="1"/>
          <p:nvPr/>
        </p:nvSpPr>
        <p:spPr>
          <a:xfrm>
            <a:off x="141360" y="4425808"/>
            <a:ext cx="7169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(</a:t>
            </a:r>
            <a:r>
              <a:rPr lang="en-IN" sz="1800" b="1" dirty="0" err="1"/>
              <a:t>しようにんのそふと</a:t>
            </a:r>
            <a:r>
              <a:rPr lang="en-IN" sz="1800" b="1" dirty="0"/>
              <a:t>)</a:t>
            </a:r>
            <a:endParaRPr lang="en-IN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200A71-C629-2B01-D887-8BA62549C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211" y="436708"/>
            <a:ext cx="4567960" cy="31350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483C02E-8CCD-558C-0222-FCA1853AF7AF}"/>
              </a:ext>
            </a:extLst>
          </p:cNvPr>
          <p:cNvSpPr txBox="1"/>
          <p:nvPr/>
        </p:nvSpPr>
        <p:spPr>
          <a:xfrm>
            <a:off x="6486211" y="3626993"/>
            <a:ext cx="67424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ja-JP" altLang="en-US" sz="2000" b="1" u="sng" dirty="0"/>
              <a:t>（こんご の かいぜん）</a:t>
            </a:r>
            <a:endParaRPr lang="ja-JP" altLang="en-US" sz="2000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0FFEF7-2426-E2C6-3F43-6071CC0C2C24}"/>
              </a:ext>
            </a:extLst>
          </p:cNvPr>
          <p:cNvSpPr txBox="1"/>
          <p:nvPr/>
        </p:nvSpPr>
        <p:spPr>
          <a:xfrm>
            <a:off x="6486211" y="4082302"/>
            <a:ext cx="67424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Vision Integration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PLC-Based Industrial Automation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Conveyor Integration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11A597B-2A28-D1AA-7DB7-AE7BABF7E1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752" y="4059449"/>
            <a:ext cx="5389581" cy="345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0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2B5240-6A4B-2A64-FEFD-A74A1EFA1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47" y="3760699"/>
            <a:ext cx="3727174" cy="2887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F2F3F2-8CE8-CE7B-55B6-C2A47733FC9E}"/>
              </a:ext>
            </a:extLst>
          </p:cNvPr>
          <p:cNvSpPr txBox="1"/>
          <p:nvPr/>
        </p:nvSpPr>
        <p:spPr>
          <a:xfrm>
            <a:off x="209053" y="577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Certifications &amp; Achievements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D99EA-77D7-67BE-F42B-DA1DCCA60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5" y="543592"/>
            <a:ext cx="3962399" cy="2874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518177-7579-2B61-3FEB-F22CD1494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773" y="93765"/>
            <a:ext cx="3727174" cy="2887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842DCB-B0F3-B4C0-6AD8-202AA7C05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902" y="3708629"/>
            <a:ext cx="3818614" cy="29391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ABC450-42A9-98B4-05B5-8BD946643E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637" y="57776"/>
            <a:ext cx="4101072" cy="28870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B85588-611E-00B9-3E0C-6A91EB2E71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654" y="3147631"/>
            <a:ext cx="5000171" cy="350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65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157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Pick and Place SCARA Robot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 and Place SCARA Robot</dc:title>
  <dc:creator>Pavan Kumar Koyyana</dc:creator>
  <cp:lastModifiedBy>rishirebel60@gmail.com</cp:lastModifiedBy>
  <cp:revision>2</cp:revision>
  <dcterms:created xsi:type="dcterms:W3CDTF">2026-08-06T07:54:05Z</dcterms:created>
  <dcterms:modified xsi:type="dcterms:W3CDTF">2026-08-07T13:50:18Z</dcterms:modified>
</cp:coreProperties>
</file>